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fc43fcb4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fc43fcb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fc43fcb46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fc43fcb46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097be977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097be977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097be977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097be977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097be977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097be977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097be977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097be977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fc43fcb4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fc43fcb4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ru" sz="4020"/>
              <a:t>Parking space reservation chatbot</a:t>
            </a:r>
            <a:endParaRPr sz="402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3593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General information retrieval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00" y="1438587"/>
            <a:ext cx="7846498" cy="335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052550" y="354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Reservation process (part 1.1)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39325" y="2257150"/>
            <a:ext cx="2579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Updated with admin </a:t>
            </a: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approval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Success scenario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Single session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2338875" y="4820400"/>
            <a:ext cx="453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submitted request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15" title="Screenshot 2026-07-06 1547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875" y="896575"/>
            <a:ext cx="6585776" cy="392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052550" y="354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Reservation process (part 1.2)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39325" y="2257150"/>
            <a:ext cx="2579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Updated with admin approval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Success scenario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Single session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2338850" y="4820400"/>
            <a:ext cx="453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submit request and wait for approval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8" name="Google Shape;158;p16" title="Screenshot 2026-07-06 1548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850" y="896575"/>
            <a:ext cx="6604176" cy="392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052550" y="354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Reservation process (part 1.3)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9325" y="2257150"/>
            <a:ext cx="2579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Updated with admin approval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Success scenario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Single session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2338475" y="3522075"/>
            <a:ext cx="453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mcp server text file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p17" title="Screenshot 2026-07-06 1549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475" y="1621411"/>
            <a:ext cx="6540749" cy="19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052550" y="354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Reservation process (part 2.1)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39325" y="2257150"/>
            <a:ext cx="2579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Updated with admin approval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Failed scenario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Resumed session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2338875" y="4397075"/>
            <a:ext cx="453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submit request and exit from chatbot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4" name="Google Shape;174;p18" title="Screenshot 2026-07-06 1744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875" y="1102425"/>
            <a:ext cx="6293625" cy="329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1052550" y="354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Reservation process (part 2.2)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39325" y="2257150"/>
            <a:ext cx="2579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Updated with admin approval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Failed scenario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Resumed session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2346700" y="4370800"/>
            <a:ext cx="453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receive rejection from history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19" title="Screenshot 2026-07-06 1745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00" y="1128713"/>
            <a:ext cx="6220175" cy="3242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305350" y="354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Evaluation</a:t>
            </a:r>
            <a:endParaRPr/>
          </a:p>
        </p:txBody>
      </p:sp>
      <p:pic>
        <p:nvPicPr>
          <p:cNvPr id="188" name="Google Shape;188;p20" title="Screenshot 2026-06-28 235405.png"/>
          <p:cNvPicPr preferRelativeResize="0"/>
          <p:nvPr/>
        </p:nvPicPr>
        <p:blipFill rotWithShape="1">
          <a:blip r:embed="rId3">
            <a:alphaModFix/>
          </a:blip>
          <a:srcRect b="-2440" l="-14106" r="47190" t="2440"/>
          <a:stretch/>
        </p:blipFill>
        <p:spPr>
          <a:xfrm>
            <a:off x="375100" y="1594638"/>
            <a:ext cx="6781775" cy="28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
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Montserrat"/>
      <p:regular r:id="rId11"/>
      <p:bold r:id="rId12"/>
      <p:italic r:id="rId13"/>
      <p:boldItalic r:id="rId14"/>
    </p:embeddedFont>
    <p:embeddedFont>
      <p:font typeface="Lat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Montserrat-regular.fntdata"/><Relationship Id="rId10" Type="http://schemas.openxmlformats.org/officeDocument/2006/relationships/slide" Target="slides/slide5.xml"/><Relationship Id="rId13" Type="http://schemas.openxmlformats.org/officeDocument/2006/relationships/font" Target="fonts/Montserrat-italic.fntdata"/><Relationship Id="rId12" Type="http://schemas.openxmlformats.org/officeDocument/2006/relationships/font" Target="fonts/Montserrat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regular.fntdata"/><Relationship Id="rId14" Type="http://schemas.openxmlformats.org/officeDocument/2006/relationships/font" Target="fonts/Montserrat-boldItalic.fntdata"/><Relationship Id="rId17" Type="http://schemas.openxmlformats.org/officeDocument/2006/relationships/font" Target="fonts/Lato-italic.fntdata"/><Relationship Id="rId16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fc43fcb4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efc43fcb4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fc43fcb46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efc43fcb46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fc43fcb46_0_2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fc43fcb46_0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fc43fcb46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efc43fcb46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ru" sz="4020"/>
              <a:t>Parking space reservation chatbot</a:t>
            </a:r>
            <a:endParaRPr sz="402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187375" y="35460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General information retrieval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900" y="1438587"/>
            <a:ext cx="7846498" cy="33578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1)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9" name="Google Shape;149;p15" title="Screenshot 2026-06-29 005449.png"/>
          <p:cNvPicPr preferRelativeResize="0"/>
          <p:nvPr/>
        </p:nvPicPr>
        <p:blipFill rotWithShape="1">
          <a:blip r:embed="rId3">
            <a:alphaModFix/>
          </a:blip>
          <a:srcRect b="40734" l="0" r="0" t="0"/>
          <a:stretch/>
        </p:blipFill>
        <p:spPr>
          <a:xfrm>
            <a:off x="654375" y="1430325"/>
            <a:ext cx="7721349" cy="304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2)</a:t>
            </a:r>
            <a:endParaRPr/>
          </a:p>
        </p:txBody>
      </p:sp>
      <p:sp>
        <p:nvSpPr>
          <p:cNvPr id="155" name="Google Shape;155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6" name="Google Shape;156;p16" title="Screenshot 2026-06-29 005449.png"/>
          <p:cNvPicPr preferRelativeResize="0"/>
          <p:nvPr/>
        </p:nvPicPr>
        <p:blipFill rotWithShape="1">
          <a:blip r:embed="rId3">
            <a:alphaModFix/>
          </a:blip>
          <a:srcRect b="0" l="0" r="0" t="57128"/>
          <a:stretch/>
        </p:blipFill>
        <p:spPr>
          <a:xfrm>
            <a:off x="711325" y="1974050"/>
            <a:ext cx="7721349" cy="22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Evaluation</a:t>
            </a:r>
            <a:endParaRPr/>
          </a:p>
        </p:txBody>
      </p:sp>
      <p:sp>
        <p:nvSpPr>
          <p:cNvPr id="162" name="Google Shape;162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63" name="Google Shape;163;p17" title="Screenshot 2026-06-28 235405.png"/>
          <p:cNvPicPr preferRelativeResize="0"/>
          <p:nvPr/>
        </p:nvPicPr>
        <p:blipFill rotWithShape="1">
          <a:blip r:embed="rId3">
            <a:alphaModFix/>
          </a:blip>
          <a:srcRect b="-2440" l="-14106" r="47190" t="2440"/>
          <a:stretch/>
        </p:blipFill>
        <p:spPr>
          <a:xfrm>
            <a:off x="375100" y="1594638"/>
            <a:ext cx="6781775" cy="285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